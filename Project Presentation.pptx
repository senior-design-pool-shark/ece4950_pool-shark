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D7exryeIeFtMyz9O+Xda0VihN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cefbacd3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acefbacd3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80700" y="3534800"/>
            <a:ext cx="8982600" cy="321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"/>
          <p:cNvSpPr txBox="1"/>
          <p:nvPr>
            <p:ph type="ctrTitle"/>
          </p:nvPr>
        </p:nvSpPr>
        <p:spPr>
          <a:xfrm>
            <a:off x="485875" y="352633"/>
            <a:ext cx="81837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85875" y="2317433"/>
            <a:ext cx="8183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/>
          <p:nvPr/>
        </p:nvSpPr>
        <p:spPr>
          <a:xfrm>
            <a:off x="80700" y="3534800"/>
            <a:ext cx="8982600" cy="321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8"/>
          <p:cNvSpPr txBox="1"/>
          <p:nvPr>
            <p:ph type="title"/>
          </p:nvPr>
        </p:nvSpPr>
        <p:spPr>
          <a:xfrm>
            <a:off x="485875" y="2286000"/>
            <a:ext cx="81837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0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490250" y="701800"/>
            <a:ext cx="56040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/>
          <p:nvPr/>
        </p:nvSpPr>
        <p:spPr>
          <a:xfrm>
            <a:off x="4636800" y="107600"/>
            <a:ext cx="4426500" cy="66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13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3"/>
          <p:cNvSpPr txBox="1"/>
          <p:nvPr>
            <p:ph type="title"/>
          </p:nvPr>
        </p:nvSpPr>
        <p:spPr>
          <a:xfrm>
            <a:off x="265500" y="1575600"/>
            <a:ext cx="40452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13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3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/>
          <p:nvPr/>
        </p:nvSpPr>
        <p:spPr>
          <a:xfrm>
            <a:off x="80700" y="3534800"/>
            <a:ext cx="8982600" cy="321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5"/>
          <p:cNvSpPr txBox="1"/>
          <p:nvPr>
            <p:ph hasCustomPrompt="1" type="title"/>
          </p:nvPr>
        </p:nvSpPr>
        <p:spPr>
          <a:xfrm>
            <a:off x="311700" y="990668"/>
            <a:ext cx="85206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311700" y="3793576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://drive.google.com/file/d/1wDGG_YJbMvPRSVtslm9Dg34y1c5PsACh/view" TargetMode="External"/><Relationship Id="rId6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485875" y="352633"/>
            <a:ext cx="81837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TEAM 15</a:t>
            </a:r>
            <a:endParaRPr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485875" y="2317433"/>
            <a:ext cx="8183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Price Purvis, Drew Buley, Jaiden Beck, Wil Davis, Chad Stark</a:t>
            </a:r>
            <a:endParaRPr/>
          </a:p>
        </p:txBody>
      </p:sp>
      <p:pic>
        <p:nvPicPr>
          <p:cNvPr id="60" name="Google Shape;60;p1" title="70-702652_retro-clemson-tigers-old-school-clemson-tiger.png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199" y="3681900"/>
            <a:ext cx="4547599" cy="277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22D80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6600"/>
                </a:solidFill>
              </a:rPr>
              <a:t>ECE 4950 Project Overview</a:t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457200" y="1243275"/>
            <a:ext cx="7894800" cy="5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Pool Shark is an autonomous mini‑pool system where the user selects a ball and pocket via GUI. The robot calculates the optimal shot path and uses a modified cue to strike the cue ball, potting the chosen ball. The system must deliver quiet, efficient, safe, and user‑friendly gameplay with smooth closed‑loop motion control.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Requirements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Quiet, efficient, fast, and safe operation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User‑friendly GUI for ball &amp; pocket selection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potting of chosen ball into selected pocket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Cue ball may be potted, 8‑ball forbidden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Smooth, reliable gameplay experience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Engineering Requirements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Closed‑loop motion control for precise cue positioning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motion for all moving components (except cue strike)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shot path calculation based on ball &amp; pocket input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integration with control logic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Modified cue mechanism for consistent striking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-US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system mount along table width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Clemson University | Electrical &amp; Computer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2" title="Clemson-Tigers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3221" y="121725"/>
            <a:ext cx="1477852" cy="831300"/>
          </a:xfrm>
          <a:prstGeom prst="rect">
            <a:avLst/>
          </a:prstGeom>
          <a:solidFill>
            <a:srgbClr val="522D80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22D80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6600"/>
                </a:solidFill>
              </a:rPr>
              <a:t>Demo</a:t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457200" y="1371600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200"/>
              <a:buFont typeface="Roboto"/>
              <a:buNone/>
            </a:pPr>
            <a:r>
              <a:t/>
            </a:r>
            <a:endParaRPr b="1" i="0" sz="1700" u="none" cap="none" strike="noStrike">
              <a:solidFill>
                <a:srgbClr val="D6D6D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D6D6D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Clemson University | Electrical &amp; Computer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3" title="Clemson-Tigers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271" y="80875"/>
            <a:ext cx="1477852" cy="831300"/>
          </a:xfrm>
          <a:prstGeom prst="rect">
            <a:avLst/>
          </a:prstGeom>
          <a:solidFill>
            <a:srgbClr val="522D80"/>
          </a:solidFill>
          <a:ln>
            <a:noFill/>
          </a:ln>
        </p:spPr>
      </p:pic>
      <p:pic>
        <p:nvPicPr>
          <p:cNvPr id="79" name="Google Shape;79;p3" title="clemson-university-logo-png_seeklogo-3871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350" y="5532125"/>
            <a:ext cx="1143000" cy="1143000"/>
          </a:xfrm>
          <a:prstGeom prst="rect">
            <a:avLst/>
          </a:prstGeom>
          <a:solidFill>
            <a:srgbClr val="522D80"/>
          </a:solidFill>
          <a:ln>
            <a:noFill/>
          </a:ln>
        </p:spPr>
      </p:pic>
      <p:pic>
        <p:nvPicPr>
          <p:cNvPr id="80" name="Google Shape;80;p3" title="Demo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7575" y="1424675"/>
            <a:ext cx="6088875" cy="479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cefbacd3b_0_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22D80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acefbacd3b_0_4"/>
          <p:cNvSpPr txBox="1"/>
          <p:nvPr>
            <p:ph type="title"/>
          </p:nvPr>
        </p:nvSpPr>
        <p:spPr>
          <a:xfrm>
            <a:off x="311700" y="59336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FF6600"/>
                </a:solidFill>
              </a:rPr>
              <a:t>Simulink</a:t>
            </a:r>
            <a:endParaRPr/>
          </a:p>
        </p:txBody>
      </p:sp>
      <p:sp>
        <p:nvSpPr>
          <p:cNvPr id="87" name="Google Shape;87;g3acefbacd3b_0_4"/>
          <p:cNvSpPr txBox="1"/>
          <p:nvPr/>
        </p:nvSpPr>
        <p:spPr>
          <a:xfrm>
            <a:off x="457200" y="1371600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6D6"/>
              </a:buClr>
              <a:buSzPts val="1200"/>
              <a:buFont typeface="Roboto"/>
              <a:buNone/>
            </a:pPr>
            <a:r>
              <a:t/>
            </a:r>
            <a:endParaRPr b="1" i="0" sz="1700" u="none" cap="none" strike="noStrike">
              <a:solidFill>
                <a:srgbClr val="D6D6D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D6D6D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g3acefbacd3b_0_4"/>
          <p:cNvSpPr txBox="1"/>
          <p:nvPr/>
        </p:nvSpPr>
        <p:spPr>
          <a:xfrm>
            <a:off x="457200" y="621792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Clemson University | Electrical &amp; Computer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acefbacd3b_0_4" title="Clemson-Tigers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271" y="80875"/>
            <a:ext cx="1477852" cy="831300"/>
          </a:xfrm>
          <a:prstGeom prst="rect">
            <a:avLst/>
          </a:prstGeom>
          <a:solidFill>
            <a:srgbClr val="522D80"/>
          </a:solidFill>
          <a:ln>
            <a:noFill/>
          </a:ln>
        </p:spPr>
      </p:pic>
      <p:pic>
        <p:nvPicPr>
          <p:cNvPr id="90" name="Google Shape;90;g3acefbacd3b_0_4" title="clemson-university-logo-png_seeklogo-3871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800" y="6039575"/>
            <a:ext cx="695075" cy="695075"/>
          </a:xfrm>
          <a:prstGeom prst="rect">
            <a:avLst/>
          </a:prstGeom>
          <a:solidFill>
            <a:srgbClr val="522D80"/>
          </a:solidFill>
          <a:ln>
            <a:noFill/>
          </a:ln>
        </p:spPr>
      </p:pic>
      <p:pic>
        <p:nvPicPr>
          <p:cNvPr id="91" name="Google Shape;91;g3acefbacd3b_0_4" title="Screenshot 2025-12-02 at 8.22.4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900" y="1265900"/>
            <a:ext cx="8058399" cy="4698100"/>
          </a:xfrm>
          <a:prstGeom prst="rect">
            <a:avLst/>
          </a:prstGeom>
          <a:solidFill>
            <a:srgbClr val="522D80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0" y="-121825"/>
            <a:ext cx="9144000" cy="6858000"/>
          </a:xfrm>
          <a:prstGeom prst="rect">
            <a:avLst/>
          </a:prstGeom>
          <a:solidFill>
            <a:srgbClr val="522D80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>
            <p:ph type="title"/>
          </p:nvPr>
        </p:nvSpPr>
        <p:spPr>
          <a:xfrm>
            <a:off x="311700" y="471542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3600"/>
              <a:buFont typeface="Calibri"/>
              <a:buNone/>
            </a:pPr>
            <a:r>
              <a:rPr lang="en-US">
                <a:solidFill>
                  <a:srgbClr val="FF6600"/>
                </a:solidFill>
              </a:rPr>
              <a:t>Performance Analysis</a:t>
            </a:r>
            <a:endParaRPr>
              <a:solidFill>
                <a:srgbClr val="FF6600"/>
              </a:solidFill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457200" y="6096095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Clemson University | Electrical &amp; Computer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4" title="Clemson-Tigers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5250" y="-40950"/>
            <a:ext cx="1612877" cy="907249"/>
          </a:xfrm>
          <a:prstGeom prst="rect">
            <a:avLst/>
          </a:prstGeom>
          <a:solidFill>
            <a:srgbClr val="522D80"/>
          </a:solidFill>
          <a:ln>
            <a:noFill/>
          </a:ln>
        </p:spPr>
      </p:pic>
      <p:pic>
        <p:nvPicPr>
          <p:cNvPr id="100" name="Google Shape;100;p4" title="clemson-university-logo-png_seeklogo-3871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350" y="5593175"/>
            <a:ext cx="1143000" cy="1143000"/>
          </a:xfrm>
          <a:prstGeom prst="rect">
            <a:avLst/>
          </a:prstGeom>
          <a:solidFill>
            <a:srgbClr val="522D80"/>
          </a:solidFill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571275" y="866300"/>
            <a:ext cx="8375100" cy="4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 Strengths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Accurate potting on short/medium shots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Smooth closed‑loop motion control with minimal vibration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Fast GUI input → shot execution cycle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Quiet and safe operation during repeated trials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 Challenges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Long shots struggled due to angular tolerance limits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US" sz="1200">
                <a:solidFill>
                  <a:schemeClr val="lt1"/>
                </a:solidFill>
              </a:rPr>
              <a:t>Small degree errors compounded over distance</a:t>
            </a:r>
            <a:endParaRPr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US" sz="1200">
                <a:solidFill>
                  <a:schemeClr val="lt1"/>
                </a:solidFill>
              </a:rPr>
              <a:t>Reduced accuracy on long‑range cue ball alignment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-US" sz="1200">
                <a:solidFill>
                  <a:schemeClr val="lt1"/>
                </a:solidFill>
              </a:rPr>
              <a:t>3D‑printed components introduced mechanical play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US" sz="1200">
                <a:solidFill>
                  <a:schemeClr val="lt1"/>
                </a:solidFill>
              </a:rPr>
              <a:t>Extra flex and looseness in mounts caused solenoid, servo, and DC motor to move more than intended</a:t>
            </a:r>
            <a:endParaRPr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US" sz="1200">
                <a:solidFill>
                  <a:schemeClr val="lt1"/>
                </a:solidFill>
              </a:rPr>
              <a:t>Reduced precision and repeatability of cue strike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Improvement Opportunities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Refine angular calibration to reduce tolerance error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Use higher‑resolution sensors for better shot alignment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Replace critical 3D‑printed parts with machined or reinforced components to reduce play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Improve cue mount rigidity for consistent striking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</a:rPr>
              <a:t>Enhance control algorithms for long‑distance precision</a:t>
            </a:r>
            <a:endParaRPr sz="12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